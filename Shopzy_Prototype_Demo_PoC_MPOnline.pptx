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10972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</a:rPr>
              <a:t>MP ONLINE HACKATHON 2026 — STATE INNOVATION CHALLENGE</a:t>
            </a:r>
          </a:p>
          <a:p>
            <a:pPr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</a:rPr>
              <a:t>SHOPZY: Prototype &amp; Proof of Concept (PoC)</a:t>
            </a:r>
          </a:p>
          <a:p>
            <a:pPr>
              <a:spcAft>
                <a:spcPts val="2000"/>
              </a:spcAft>
            </a:pPr>
            <a:r>
              <a:rPr sz="1800">
                <a:solidFill>
                  <a:srgbClr val="94A3B8"/>
                </a:solidFill>
              </a:rPr>
              <a:t>Live Working Demonstration, User Journeys &amp; Empirical Technical Validation</a:t>
            </a:r>
          </a:p>
          <a:p>
            <a:r>
              <a:rPr sz="1200">
                <a:solidFill>
                  <a:srgbClr val="CBD5E1"/>
                </a:solidFill>
              </a:rPr>
              <a:t>Live Software: Zero Mocks | 89 Passing Tests | 15 Pre-Seeded Bhopal Destinations
Author: Sanket Raikwar | Repository: github.com/sanketraikwar12/shopzy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PROTOTYPE OVERVIEW</a:t>
            </a:r>
          </a:p>
          <a:p>
            <a:r>
              <a:rPr sz="2000" b="1">
                <a:solidFill>
                  <a:srgbClr val="FFFFFF"/>
                </a:solidFill>
              </a:rPr>
              <a:t>Proof of Concept: Production-Grade Working Software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100% Real Software Execution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Not a Figma or PowerPoint concept: fully implemented frontend and backend.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Real HTTP calls over Supertest &amp; Vite dev server.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Real MongoDB 2dsphere S2 spherical geometry index calculations.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Real Dual-JWT token rotation with Redis-backed JTI blacklisting.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Zero-Config Evaluation Ready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Jury needs zero cloud setups or API credentials to evaluate.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Boots an in-memory MongoDB process automatically on 'npm run dev'.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Pre-seeds 15 Bhopal destinations, multiple shops, and customer accounts.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Ready to test locally within 60 seconds of cloning.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Validated Business Impact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Eliminates 15-30% aggregator commission cuts for local MP shopkeepers.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Direct one-tap WhatsApp and phone connectivity.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Links tourist footfall at Bhopal heritage sites directly with local markets.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Compliant with India's Digital Personal Data Protection (DPDP) Act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TECHNICAL PROOF</a:t>
            </a:r>
          </a:p>
          <a:p>
            <a:r>
              <a:rPr sz="2000" b="1">
                <a:solidFill>
                  <a:srgbClr val="FFFFFF"/>
                </a:solidFill>
              </a:rPr>
              <a:t>Empirical Validation Matrix: 5 Core Hypotheses Proven</a:t>
            </a:r>
          </a:p>
        </p:txBody>
      </p:sp>
      <p:pic>
        <p:nvPicPr>
          <p:cNvPr id="3" name="Picture 2" descr="poc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EVALUATION MANUAL</a:t>
            </a:r>
          </a:p>
          <a:p>
            <a:r>
              <a:rPr sz="2000" b="1">
                <a:solidFill>
                  <a:srgbClr val="FFFFFF"/>
                </a:solidFill>
              </a:rPr>
              <a:t>Demo Quickstart &amp; Pre-Seeded Evaluation Accounts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How to Run the Demo Locally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Requirement: Node.js 20+ (No MongoDB or Docker installation required).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Step 1: Clone &amp; install dependencies: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git clone https://github.com/sanketraikwar12/shopzy.git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npm install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Step 2: Start unified development server: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npm run dev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Services Started Automatically: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• Web App: http://localhost:5173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• API Gateway: http://localhost:4000/api/v1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• Health Check: http://localhost:4000/api/v1/health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Pre-Configured Test Personas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1. Super Admin Account: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Email: admin@shopzy.in | Pass: Admin@1234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Action: Merchant verification queue &amp; audit governance.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2. Merchant Account (Sagar Gaire Food):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Email: owner1@shopzy.in | Pass: Password@123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Action: Edit live prices, split-shift hours, reply to reviews.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3. Merchant Account (MobileHub Electronics):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Email: owner3@shopzy.in | Pass: Password@123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Action: Phone repair multi-variant pricing updates.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4. Shopper Account: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    Email: aarav.sharma@example.com | Pass: Password@123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DEMO FLOW</a:t>
            </a:r>
          </a:p>
          <a:p>
            <a:r>
              <a:rPr sz="2000" b="1">
                <a:solidFill>
                  <a:srgbClr val="FFFFFF"/>
                </a:solidFill>
              </a:rPr>
              <a:t>End-to-End Demo Journey Across 3 Personas</a:t>
            </a:r>
          </a:p>
        </p:txBody>
      </p:sp>
      <p:pic>
        <p:nvPicPr>
          <p:cNvPr id="3" name="Picture 2" descr="demo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USER JOURNEY 1</a:t>
            </a:r>
          </a:p>
          <a:p>
            <a:r>
              <a:rPr sz="2000" b="1">
                <a:solidFill>
                  <a:srgbClr val="FFFFFF"/>
                </a:solidFill>
              </a:rPr>
              <a:t>Demo Flow 1: Geolocation &amp; Bhopal Tourism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Step-by-Step Walkthrough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1. Launch App: Visitor arrives at http://localhost:5173.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2. Location Acquisition: HTML5 GPS grabs coordinates or user clicks 'Pick Location' on Bhopal map.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3. Tourist Places Tab: Visitor explores 15 iconic Bhopal destinations (Upper Lake, Van Vihar, Bhojpur, Bhimbetka, Tribal Museum).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4. Heritage Synergy: Tapping any tourist attraction reveals real-time distance and verified local shops &amp; handicraft stalls nearby.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Technical Verification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Coordinates passed as GeoJSON Point [lng, lat].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Tourist spots stored in typed dataset with centroid coordinates.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Instant distance computation relative to selected location.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Mobile responsive cards with opening hours and scenic tags.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USER JOURNEY 1</a:t>
            </a:r>
          </a:p>
          <a:p>
            <a:r>
              <a:rPr sz="2000" b="1">
                <a:solidFill>
                  <a:srgbClr val="FFFFFF"/>
                </a:solidFill>
              </a:rPr>
              <a:t>Demo Flow 2: Multi-Store Geospatial Price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Step-by-Step Walkthrough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1. Search Bar: Shopper searches for 'Paneer Butter Masala' or selects 'Restaurants'.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2. Radial Filter: Slides radius from 1km to 5km to 10km — stores update in ~37ms.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3. Compare Tray: User taps '+' on Sagar Gaire and Cafe Kabuli.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4. Side-by-Side Matrix: Compares prices, item variants, ratings, and walking distance.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5. Direct Action: Shopper chooses best deal and taps WhatsApp / Call with 0% platform fee.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Technical Verification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Single-pass $geoNear pipeline evaluates distance and category facets in one roundtrip.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Zero joins: ratings &amp; price ranges read directly from denormalized shop documents.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Client tray state managed with zero boilerplate in Zustand store.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Instant cached response on repeated search (~1ms via Redis).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USER JOURNEY 1</a:t>
            </a:r>
          </a:p>
          <a:p>
            <a:r>
              <a:rPr sz="2000" b="1">
                <a:solidFill>
                  <a:srgbClr val="FFFFFF"/>
                </a:solidFill>
              </a:rPr>
              <a:t>Demo Flow 3: Zero-Commission Direct Connect &amp; Gemini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Direct MSME Connect (No Middleman)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One-Tap WhatsApp: Opens WhatsApp chat with pre-filled greeting and item inquiry.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One-Tap Phone Calling: Instantly launches native phone dialer.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Complete Merchant Independence: Merchant keeps 100% of customer order value.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Zero aggregator commission traps or payment delays.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Shopzy AI Assistant (Gemini)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Conversational Shopping: Accepts natural Hindi/English input.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Natural Query: 'Where can I find Chanderi sarees near Gohar Mahal under ₹2000?'.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Live Verification: Checks store business hours and live catalog before recommending.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Local Tips: Informs tourists on genuine MP handloom marks and fair market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USER JOURNEY 2</a:t>
            </a:r>
          </a:p>
          <a:p>
            <a:r>
              <a:rPr sz="2000" b="1">
                <a:solidFill>
                  <a:srgbClr val="FFFFFF"/>
                </a:solidFill>
              </a:rPr>
              <a:t>Demo Flow 4: Merchant Self-Service Management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Live Merchant Operations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1. Login: Merchant signs in via owner1@shopzy.in / Password@123.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2. Real-Time Analytics: Monitors shop view impressions, search appearances, and call clicks.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3. Live Price Updates: Adds a new menu item, edits prices, and toggles stock in 3 clicks.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4. Operating Hours: Configures split shifts (10:00-14:00 &amp; 17:00-23:00) with automatic midnight handling.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5. Review Replies: Submits official merchant replies to customer reviews.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Technical Verification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RBAC Protection: Owner routes gated strictly by requireRole('owner').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Ownership Check: ShopService verifies req.user._id === shop.ownerId before allowing edits.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Atomic Denormalization: Inventory price changes trigger automatic priceRange update.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Cache Invalidation: Redis shop cache instantly purged upon edit.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USER JOURNEY 3</a:t>
            </a:r>
          </a:p>
          <a:p>
            <a:r>
              <a:rPr sz="2000" b="1">
                <a:solidFill>
                  <a:srgbClr val="FFFFFF"/>
                </a:solidFill>
              </a:rPr>
              <a:t>Demo Flow 5: MP Online Admin Moderation &amp; DPDP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Administrative Governance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1. Super Admin Access: Login via admin@shopzy.in / Admin@1234.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2. Verification Queue: Audits merchant trade licenses and approves verified badges.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3. Review Moderation: Hides spam reviews; recalculates shop ratings atomically.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4. System Audit Ledger: Non-repudiable logs of all administrative actions with actor 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DPDP Act 2023 Implementation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Right to Erasure: Automated cascade deletion removes user credentials and PII.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Data Minimization: Exact coordinates used only for distance computation; not permanently tracked.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• Public Anonymization: Review comments preserved with anonymous author label upon account deletion.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TECHNICAL RIGOR</a:t>
            </a:r>
          </a:p>
          <a:p>
            <a:r>
              <a:rPr sz="2000" b="1">
                <a:solidFill>
                  <a:srgbClr val="FFFFFF"/>
                </a:solidFill>
              </a:rPr>
              <a:t>Automated Verification: 89 Passed Tests &amp;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89 Passing Automated Tests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auth.test.ts: Token rotation, replay attacks, password encryption.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shops.test.ts: Geospatial radial queries, soft deletes, ownership.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reviews-admin.test.ts: Atomic rating updates, 1-review-per-user.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utils.test.ts: Split-shift hours, midnight crossing, Haversine.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Performance Benchmarks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Cold Geospatial Search: ~37ms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Redis Cached Search: ~1ms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Frontend Initial Bundle: 101KB (gzipped)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Database Execution: 0 joins on read path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Container Image: 75% size reduction with multi-stage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Security Verification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Replay Attack Neutralized: Single-use JTI blacklist auto-revokes compromised tokens.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NoSQL Injection Blocked: express-mongo-sanitize strips $ and . operators.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Enumeration Resistant: Constant-time byte-identical responses on bad logins.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HACKATHON IMPACT</a:t>
            </a:r>
          </a:p>
          <a:p>
            <a:r>
              <a:rPr sz="2000" b="1">
                <a:solidFill>
                  <a:srgbClr val="FFFFFF"/>
                </a:solidFill>
              </a:rPr>
              <a:t>Conclusion: Empowering Madhya Pradesh's Local Economy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Why Shopzy Wins the Challenge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Complete Working Code: Real implementation, zero mock fallbacks.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Economic Justice for MSMEs: 0% commission preserves local business margins.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Tourism-Commerce Synergy: Bridges Bhopal tourist spots with local artisan markets.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Engineering Rigor: 89 passed tests, clean layered architecture, DPDP compliant.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</a:rPr>
              <a:t>Immediate Next Steps &amp; Scaling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Phase 1: Pilot rollout across Bhopal commercial hubs (MP Nagar, New Market, Chowk).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Phase 2: Scale across Indore, Jabalpur, Gwalior, and Ujjain (Mahakal tourism corridor).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</a:rPr>
              <a:t>• Phase 3: Integration with MP Online citizen services and local merchant onboarding drives.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